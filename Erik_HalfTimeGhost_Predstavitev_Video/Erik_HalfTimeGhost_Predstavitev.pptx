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embeddedFontLst>
    <p:embeddedFont>
      <p:font typeface="Cascadia Code" panose="020B0609020000020004" pitchFamily="49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452812" y="3907482"/>
            <a:ext cx="5286375" cy="714375"/>
          </a:xfrm>
          <a:prstGeom prst="roundRect">
            <a:avLst>
              <a:gd name="adj" fmla="val 16000"/>
            </a:avLst>
          </a:prstGeom>
          <a:solidFill>
            <a:srgbClr val="120D1A"/>
          </a:solidFill>
          <a:ln w="9525">
            <a:solidFill>
              <a:srgbClr val="1F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02354" y="1890379"/>
            <a:ext cx="1609725" cy="266700"/>
          </a:xfrm>
          <a:prstGeom prst="roundRect">
            <a:avLst>
              <a:gd name="adj" fmla="val 50000"/>
            </a:avLst>
          </a:prstGeom>
          <a:solidFill>
            <a:srgbClr val="2F1613"/>
          </a:solidFill>
          <a:ln w="9525">
            <a:solidFill>
              <a:srgbClr val="6A3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48337" y="4088457"/>
            <a:ext cx="9525" cy="3524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54303" y="2259657"/>
            <a:ext cx="6083397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lang="en-US" sz="5400" b="1" dirty="0">
                <a:solidFill>
                  <a:srgbClr val="FAFAF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HALF TIME GHOST</a:t>
            </a:r>
            <a:endParaRPr sz="5400" b="1" i="0" u="none" dirty="0">
              <a:solidFill>
                <a:srgbClr val="FAFAFA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4488" y="1942937"/>
            <a:ext cx="174545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50" b="1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UNITY/ C#</a:t>
            </a:r>
            <a:endParaRPr sz="1050" b="1" i="0" u="none" dirty="0">
              <a:solidFill>
                <a:srgbClr val="F97316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64030" y="4079973"/>
            <a:ext cx="52863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0" i="0" u="none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ERIK OPREŠNIK HERCOG</a:t>
            </a:r>
            <a:endParaRPr sz="2800" b="0" i="0" u="none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05214"/>
            <a:ext cx="10972800" cy="852785"/>
          </a:xfrm>
          <a:prstGeom prst="rect">
            <a:avLst/>
          </a:prstGeom>
          <a:solidFill>
            <a:srgbClr val="0D0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2350144"/>
            <a:ext cx="5324475" cy="781050"/>
          </a:xfrm>
          <a:prstGeom prst="rect">
            <a:avLst/>
          </a:prstGeom>
          <a:solidFill>
            <a:srgbClr val="130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283594"/>
            <a:ext cx="5324475" cy="781050"/>
          </a:xfrm>
          <a:prstGeom prst="rect">
            <a:avLst/>
          </a:prstGeom>
          <a:solidFill>
            <a:srgbClr val="170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4217044"/>
            <a:ext cx="5941358" cy="781050"/>
          </a:xfrm>
          <a:prstGeom prst="rect">
            <a:avLst/>
          </a:prstGeom>
          <a:solidFill>
            <a:srgbClr val="0B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2350144"/>
            <a:ext cx="38100" cy="78105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3283594"/>
            <a:ext cx="38100" cy="7810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4217044"/>
            <a:ext cx="38100" cy="7810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381000"/>
            <a:ext cx="52768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01 / KONCEPT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9125"/>
            <a:ext cx="570027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Ideja</a:t>
            </a:r>
            <a:r>
              <a:rPr sz="270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 </a:t>
            </a:r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interpretacija</a:t>
            </a:r>
            <a:r>
              <a:rPr sz="270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teme</a:t>
            </a:r>
            <a:endParaRPr sz="270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7250" y="2521594"/>
            <a:ext cx="100989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</a:t>
            </a:r>
            <a:r>
              <a:rPr sz="135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rizorišče</a:t>
            </a:r>
            <a:endParaRPr sz="135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7250" y="2778769"/>
            <a:ext cx="169918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Temačno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pokopališče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455044"/>
            <a:ext cx="13128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Osrednji</a:t>
            </a:r>
            <a:r>
              <a:rPr sz="135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cilj</a:t>
            </a:r>
            <a:endParaRPr sz="135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7250" y="3712219"/>
            <a:ext cx="509754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Raziskovanje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okolja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preživetje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ter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zbiranje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razpršenih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buč</a:t>
            </a:r>
            <a:r>
              <a:rPr sz="1125" b="0" i="0" u="none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4388494"/>
            <a:ext cx="151483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Vključitev</a:t>
            </a:r>
            <a:r>
              <a:rPr lang="en-US" sz="135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35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teme</a:t>
            </a:r>
            <a:endParaRPr sz="135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7250" y="4645669"/>
            <a:ext cx="552234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polju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lahko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igralec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hodi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skozi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zidove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okoli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vsakih</a:t>
            </a:r>
            <a:r>
              <a:rPr lang="en-US" sz="1125" dirty="0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5-10 </a:t>
            </a:r>
            <a:r>
              <a:rPr lang="en-US" sz="1125" dirty="0" err="1">
                <a:solidFill>
                  <a:srgbClr val="94A3B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sekund</a:t>
            </a:r>
            <a:endParaRPr sz="1125" b="0" i="0" u="none" dirty="0">
              <a:solidFill>
                <a:srgbClr val="94A3B8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5" name="Slika 24">
            <a:extLst>
              <a:ext uri="{FF2B5EF4-FFF2-40B4-BE49-F238E27FC236}">
                <a16:creationId xmlns:a16="http://schemas.microsoft.com/office/drawing/2014/main" id="{A472BAA6-A7B7-9AEA-8B74-B2473C0B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70" y="1137940"/>
            <a:ext cx="5253280" cy="29537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664469"/>
            <a:ext cx="4991100" cy="2019300"/>
          </a:xfrm>
          <a:prstGeom prst="roundRect">
            <a:avLst>
              <a:gd name="adj" fmla="val 5660"/>
            </a:avLst>
          </a:prstGeom>
          <a:solidFill>
            <a:srgbClr val="101014"/>
          </a:solidFill>
          <a:ln w="9525">
            <a:solidFill>
              <a:srgbClr val="512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91300" y="2664469"/>
            <a:ext cx="4991100" cy="2019300"/>
          </a:xfrm>
          <a:prstGeom prst="roundRect">
            <a:avLst>
              <a:gd name="adj" fmla="val 5660"/>
            </a:avLst>
          </a:prstGeom>
          <a:solidFill>
            <a:srgbClr val="101014"/>
          </a:solidFill>
          <a:ln w="9525">
            <a:solidFill>
              <a:srgbClr val="392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940694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3435994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50" y="2940694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5137" y="3093094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3093094"/>
            <a:ext cx="1714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81000"/>
            <a:ext cx="53530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02 / OSREDNJA MEHANIKA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9125"/>
            <a:ext cx="529311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Preklapljanje med oblikama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3572" y="3626494"/>
            <a:ext cx="168315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OBIČAJNA OBLIKA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925" y="3978919"/>
            <a:ext cx="32284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Osnovno stanje igralca na pokopališču.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188" y="4236094"/>
            <a:ext cx="42319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• </a:t>
            </a:r>
            <a:r>
              <a:rPr lang="en-US" sz="1400" b="0" i="0" u="none" dirty="0" err="1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Ostali</a:t>
            </a:r>
            <a:r>
              <a:rPr lang="en-US" sz="1400" b="0" i="0" u="none" dirty="0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b="0" i="0" u="none" dirty="0" err="1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duhovi</a:t>
            </a:r>
            <a:r>
              <a:rPr lang="en-US" sz="1400" b="0" i="0" u="none" dirty="0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400" b="0" i="0" u="none" dirty="0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ga </a:t>
            </a:r>
            <a:r>
              <a:rPr sz="1400" b="0" i="0" u="none" dirty="0" err="1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vidijo</a:t>
            </a:r>
            <a:r>
              <a:rPr sz="1400" b="0" i="0" u="none" dirty="0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 </a:t>
            </a:r>
            <a:r>
              <a:rPr sz="1400" b="0" i="0" u="none" dirty="0" err="1">
                <a:solidFill>
                  <a:srgbClr val="EF444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zasledujejo</a:t>
            </a:r>
            <a:endParaRPr sz="1400" b="0" i="0" u="none" dirty="0">
              <a:solidFill>
                <a:srgbClr val="EF4444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29300" y="3778894"/>
            <a:ext cx="437620" cy="1269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PREKLOP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1377" y="3626494"/>
            <a:ext cx="157094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DUHOVNA OBLIKA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5268" y="3978919"/>
            <a:ext cx="38231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Alternativno stanje za izogibanje nevarnosti.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5094" y="4236094"/>
            <a:ext cx="444352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• </a:t>
            </a:r>
            <a:r>
              <a:rPr lang="en-US" sz="1400" dirty="0" err="1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Ostali</a:t>
            </a:r>
            <a:r>
              <a:rPr lang="en-US" sz="1400" dirty="0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duhovi</a:t>
            </a:r>
            <a:r>
              <a:rPr lang="en-US" sz="1400" dirty="0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igralca</a:t>
            </a:r>
            <a:r>
              <a:rPr lang="en-US" sz="1400" dirty="0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nehajo</a:t>
            </a:r>
            <a:r>
              <a:rPr lang="en-US" sz="1400" dirty="0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22C5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zasledovati</a:t>
            </a:r>
            <a:endParaRPr sz="1400" b="0" i="0" u="none" dirty="0">
              <a:solidFill>
                <a:srgbClr val="22C55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314450"/>
            <a:ext cx="3530649" cy="4132657"/>
          </a:xfrm>
          <a:prstGeom prst="roundRect">
            <a:avLst>
              <a:gd name="adj" fmla="val 4615"/>
            </a:avLst>
          </a:prstGeom>
          <a:solidFill>
            <a:srgbClr val="0E0E12"/>
          </a:solidFill>
          <a:ln w="19050">
            <a:solidFill>
              <a:srgbClr val="2E2E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4132657"/>
          </a:xfrm>
          <a:prstGeom prst="roundRect">
            <a:avLst>
              <a:gd name="adj" fmla="val 4615"/>
            </a:avLst>
          </a:prstGeom>
          <a:solidFill>
            <a:srgbClr val="0E0E12"/>
          </a:solidFill>
          <a:ln w="19050">
            <a:solidFill>
              <a:srgbClr val="392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4132657"/>
          </a:xfrm>
          <a:prstGeom prst="roundRect">
            <a:avLst>
              <a:gd name="adj" fmla="val 4615"/>
            </a:avLst>
          </a:prstGeom>
          <a:solidFill>
            <a:srgbClr val="0E0E12"/>
          </a:solidFill>
          <a:ln w="19050">
            <a:solidFill>
              <a:srgbClr val="512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"/>
            <a:ext cx="40481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03 / POTEK IGRANJA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9125"/>
            <a:ext cx="427520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Igralna zanka in cilj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097" y="4494052"/>
            <a:ext cx="32316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Pogled</a:t>
            </a:r>
            <a:r>
              <a:rPr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</a:t>
            </a:r>
            <a:r>
              <a:rPr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igralno</a:t>
            </a:r>
            <a:r>
              <a:rPr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okolje</a:t>
            </a:r>
            <a:endParaRPr b="0" i="0" u="none" dirty="0">
              <a:solidFill>
                <a:srgbClr val="64748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39697" y="4462510"/>
            <a:ext cx="32316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Preklop</a:t>
            </a:r>
            <a:r>
              <a:rPr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v </a:t>
            </a:r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duhovno</a:t>
            </a:r>
            <a:r>
              <a:rPr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obliko</a:t>
            </a:r>
            <a:endParaRPr b="0" i="0" u="none" dirty="0">
              <a:solidFill>
                <a:srgbClr val="64748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12041" y="4462509"/>
            <a:ext cx="251992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Zbiranje</a:t>
            </a:r>
            <a:r>
              <a:rPr sz="28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8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buč</a:t>
            </a:r>
            <a:endParaRPr sz="2800" b="0" i="0" u="none" dirty="0">
              <a:solidFill>
                <a:srgbClr val="64748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7" name="Slika 26">
            <a:extLst>
              <a:ext uri="{FF2B5EF4-FFF2-40B4-BE49-F238E27FC236}">
                <a16:creationId xmlns:a16="http://schemas.microsoft.com/office/drawing/2014/main" id="{754C0918-FCDA-753E-26BC-D96C98433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68" y="1727237"/>
            <a:ext cx="3283251" cy="2354029"/>
          </a:xfrm>
          <a:prstGeom prst="rect">
            <a:avLst/>
          </a:prstGeom>
        </p:spPr>
      </p:pic>
      <p:pic>
        <p:nvPicPr>
          <p:cNvPr id="29" name="Slika 28">
            <a:extLst>
              <a:ext uri="{FF2B5EF4-FFF2-40B4-BE49-F238E27FC236}">
                <a16:creationId xmlns:a16="http://schemas.microsoft.com/office/drawing/2014/main" id="{2398F7C7-31AE-C569-6426-685FCD3F2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955"/>
          <a:stretch>
            <a:fillRect/>
          </a:stretch>
        </p:blipFill>
        <p:spPr>
          <a:xfrm>
            <a:off x="4452523" y="1727237"/>
            <a:ext cx="3286954" cy="2343346"/>
          </a:xfrm>
          <a:prstGeom prst="rect">
            <a:avLst/>
          </a:prstGeom>
        </p:spPr>
      </p:pic>
      <p:pic>
        <p:nvPicPr>
          <p:cNvPr id="31" name="Slika 30">
            <a:extLst>
              <a:ext uri="{FF2B5EF4-FFF2-40B4-BE49-F238E27FC236}">
                <a16:creationId xmlns:a16="http://schemas.microsoft.com/office/drawing/2014/main" id="{88B74F10-7A42-D82D-62AF-444A3B5F62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20"/>
          <a:stretch>
            <a:fillRect/>
          </a:stretch>
        </p:blipFill>
        <p:spPr>
          <a:xfrm>
            <a:off x="8173841" y="1757442"/>
            <a:ext cx="1580200" cy="1861808"/>
          </a:xfrm>
          <a:prstGeom prst="rect">
            <a:avLst/>
          </a:prstGeom>
        </p:spPr>
      </p:pic>
      <p:pic>
        <p:nvPicPr>
          <p:cNvPr id="33" name="Slika 32">
            <a:extLst>
              <a:ext uri="{FF2B5EF4-FFF2-40B4-BE49-F238E27FC236}">
                <a16:creationId xmlns:a16="http://schemas.microsoft.com/office/drawing/2014/main" id="{EC35B58B-8608-5CD1-F3F7-E6BF23D52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271" y="1757443"/>
            <a:ext cx="1603702" cy="1861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B6010-045B-29DE-948A-D3CA07E3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FD02F54-5B2D-25D2-D1A9-23787145BC22}"/>
              </a:ext>
            </a:extLst>
          </p:cNvPr>
          <p:cNvSpPr/>
          <p:nvPr/>
        </p:nvSpPr>
        <p:spPr>
          <a:xfrm>
            <a:off x="1389529" y="1199398"/>
            <a:ext cx="9305365" cy="5039477"/>
          </a:xfrm>
          <a:prstGeom prst="roundRect">
            <a:avLst>
              <a:gd name="adj" fmla="val 4615"/>
            </a:avLst>
          </a:prstGeom>
          <a:solidFill>
            <a:srgbClr val="0E0E12"/>
          </a:solidFill>
          <a:ln w="19050">
            <a:solidFill>
              <a:srgbClr val="2E2E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E67DD-7660-4333-A3C6-5C793F3119F0}"/>
              </a:ext>
            </a:extLst>
          </p:cNvPr>
          <p:cNvSpPr txBox="1"/>
          <p:nvPr/>
        </p:nvSpPr>
        <p:spPr>
          <a:xfrm>
            <a:off x="609600" y="381000"/>
            <a:ext cx="40481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03 / POTEK IGRANJA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36F01-0285-679F-F802-F997B5D97AC6}"/>
              </a:ext>
            </a:extLst>
          </p:cNvPr>
          <p:cNvSpPr txBox="1"/>
          <p:nvPr/>
        </p:nvSpPr>
        <p:spPr>
          <a:xfrm>
            <a:off x="609600" y="619125"/>
            <a:ext cx="427520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Igralna</a:t>
            </a:r>
            <a:r>
              <a:rPr sz="270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zanka</a:t>
            </a:r>
            <a:r>
              <a:rPr sz="270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 </a:t>
            </a:r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cilj</a:t>
            </a:r>
            <a:endParaRPr sz="270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23273B-06C6-36A4-DE83-256658B31FE9}"/>
              </a:ext>
            </a:extLst>
          </p:cNvPr>
          <p:cNvSpPr txBox="1"/>
          <p:nvPr/>
        </p:nvSpPr>
        <p:spPr>
          <a:xfrm>
            <a:off x="3038333" y="5608121"/>
            <a:ext cx="532573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Umikanje</a:t>
            </a:r>
            <a:r>
              <a:rPr lang="en-US" sz="28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zelenim</a:t>
            </a:r>
            <a:r>
              <a:rPr lang="en-US" sz="28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duhovom</a:t>
            </a:r>
            <a:endParaRPr sz="2800" b="0" i="0" u="none" dirty="0">
              <a:solidFill>
                <a:srgbClr val="64748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9B5EF1D-6015-A0F7-6EF2-AF8B3C412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47" y="1426834"/>
            <a:ext cx="6300602" cy="40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1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53C1D-7646-C638-EBB2-8F9F564D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53B0405-382B-9B11-ACDD-98A4531839AC}"/>
              </a:ext>
            </a:extLst>
          </p:cNvPr>
          <p:cNvSpPr/>
          <p:nvPr/>
        </p:nvSpPr>
        <p:spPr>
          <a:xfrm>
            <a:off x="439271" y="1199398"/>
            <a:ext cx="11421035" cy="5039477"/>
          </a:xfrm>
          <a:prstGeom prst="roundRect">
            <a:avLst>
              <a:gd name="adj" fmla="val 4615"/>
            </a:avLst>
          </a:prstGeom>
          <a:solidFill>
            <a:srgbClr val="0E0E12"/>
          </a:solidFill>
          <a:ln w="19050">
            <a:solidFill>
              <a:srgbClr val="2E2E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BC688-CB39-7B1F-9B29-2DDA07697FE7}"/>
              </a:ext>
            </a:extLst>
          </p:cNvPr>
          <p:cNvSpPr txBox="1"/>
          <p:nvPr/>
        </p:nvSpPr>
        <p:spPr>
          <a:xfrm>
            <a:off x="609600" y="381000"/>
            <a:ext cx="40481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03 / POTEK IGRANJA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BE2538-1B9D-EB52-B6EC-ED131500F63B}"/>
              </a:ext>
            </a:extLst>
          </p:cNvPr>
          <p:cNvSpPr txBox="1"/>
          <p:nvPr/>
        </p:nvSpPr>
        <p:spPr>
          <a:xfrm>
            <a:off x="609600" y="619125"/>
            <a:ext cx="81432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700" b="1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ilj</a:t>
            </a:r>
            <a:endParaRPr sz="270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AD941-86C0-62DC-B9FD-6108B5FBB201}"/>
              </a:ext>
            </a:extLst>
          </p:cNvPr>
          <p:cNvSpPr txBox="1"/>
          <p:nvPr/>
        </p:nvSpPr>
        <p:spPr>
          <a:xfrm>
            <a:off x="1680179" y="5506471"/>
            <a:ext cx="883164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Cilje je da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igralec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postavi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vse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štiri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buče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kamnite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stebre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 s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tem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odpre</a:t>
            </a:r>
            <a:r>
              <a:rPr lang="en-US" sz="2000" b="0" i="0" u="none" dirty="0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i="0" u="none" dirty="0" err="1">
                <a:solidFill>
                  <a:srgbClr val="64748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vrata</a:t>
            </a:r>
            <a:endParaRPr sz="2000" b="0" i="0" u="none" dirty="0">
              <a:solidFill>
                <a:srgbClr val="64748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5CC4247-5D32-8D92-BC63-ED26E3045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49" y="1848881"/>
            <a:ext cx="5296539" cy="3405446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7AD0FA0B-5771-A645-DE88-921C1E280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227" y="1838616"/>
            <a:ext cx="4196680" cy="341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4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864494"/>
            <a:ext cx="4926955" cy="1619250"/>
          </a:xfrm>
          <a:prstGeom prst="roundRect">
            <a:avLst>
              <a:gd name="adj" fmla="val 7058"/>
            </a:avLst>
          </a:prstGeom>
          <a:solidFill>
            <a:srgbClr val="101014"/>
          </a:solidFill>
          <a:ln w="9525">
            <a:solidFill>
              <a:srgbClr val="1D1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65155" y="2826394"/>
            <a:ext cx="5817244" cy="1695450"/>
          </a:xfrm>
          <a:prstGeom prst="roundRect">
            <a:avLst>
              <a:gd name="adj" fmla="val 6741"/>
            </a:avLst>
          </a:prstGeom>
          <a:solidFill>
            <a:srgbClr val="110D19"/>
          </a:solidFill>
          <a:ln w="9525">
            <a:solidFill>
              <a:srgbClr val="291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26432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80" y="3088332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81000"/>
            <a:ext cx="498157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04 / TEHNOLOGIJA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9125"/>
            <a:ext cx="529311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Tehnična izvedba in izzivi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3108282"/>
            <a:ext cx="1716817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350" b="1" i="0" u="none" dirty="0" err="1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Programska</a:t>
            </a:r>
            <a:r>
              <a:rPr lang="en-US" sz="1350" b="1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350" b="1" i="0" u="none" dirty="0" err="1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oprema</a:t>
            </a:r>
            <a:endParaRPr sz="1350" b="1" i="0" u="none" dirty="0">
              <a:solidFill>
                <a:srgbClr val="F97316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7605" y="3070182"/>
            <a:ext cx="2120773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 dirty="0" err="1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Glavni</a:t>
            </a:r>
            <a:r>
              <a:rPr sz="1350" b="1" i="0" u="none" dirty="0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350" b="1" i="0" u="none" dirty="0" err="1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razvojni</a:t>
            </a:r>
            <a:r>
              <a:rPr sz="1350" b="1" i="0" u="none" dirty="0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350" b="1" i="0" u="none" dirty="0" err="1">
                <a:solidFill>
                  <a:srgbClr val="A855F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izziv</a:t>
            </a:r>
            <a:endParaRPr sz="1350" b="1" i="0" u="none" dirty="0">
              <a:solidFill>
                <a:srgbClr val="A855F7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03280" y="3397894"/>
            <a:ext cx="5436244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Natančno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usklajevanje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mehaničnega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preklopa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med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obema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oblikama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ter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logike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zasledovanja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sovražnikov</a:t>
            </a:r>
            <a:r>
              <a:rPr sz="1125" b="0" i="0" u="none" dirty="0">
                <a:solidFill>
                  <a:srgbClr val="E2E8F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474094"/>
            <a:ext cx="246381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Razvojno okolje:</a:t>
            </a:r>
            <a:r>
              <a:rPr sz="1125" b="0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Unity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69369"/>
            <a:ext cx="169918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Programski jezik:</a:t>
            </a:r>
            <a:r>
              <a:rPr sz="1125" b="0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064644"/>
            <a:ext cx="331340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Logika igralca:</a:t>
            </a:r>
            <a:r>
              <a:rPr sz="1125" b="0" i="0" u="none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Sistem za menjavo stanj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304925"/>
            <a:ext cx="5100935" cy="4700289"/>
          </a:xfrm>
          <a:prstGeom prst="roundRect">
            <a:avLst>
              <a:gd name="adj" fmla="val 2431"/>
            </a:avLst>
          </a:prstGeom>
          <a:solidFill>
            <a:srgbClr val="101014"/>
          </a:solidFill>
          <a:ln w="9525">
            <a:solidFill>
              <a:srgbClr val="1D1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77235" y="1304925"/>
            <a:ext cx="5951302" cy="4700289"/>
          </a:xfrm>
          <a:prstGeom prst="roundRect">
            <a:avLst>
              <a:gd name="adj" fmla="val 2431"/>
            </a:avLst>
          </a:prstGeom>
          <a:solidFill>
            <a:srgbClr val="1D1219"/>
          </a:solidFill>
          <a:ln w="9525">
            <a:solidFill>
              <a:srgbClr val="452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81000"/>
            <a:ext cx="661987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05 / VIRI IN ZAKLJUČEK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9125"/>
            <a:ext cx="285013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Uporaba</a:t>
            </a:r>
            <a:r>
              <a:rPr sz="2700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orodij</a:t>
            </a:r>
            <a:endParaRPr sz="2700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675" y="1524000"/>
            <a:ext cx="2212144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Transparentnost</a:t>
            </a:r>
            <a:r>
              <a:rPr sz="1275" b="1" i="0" u="none" dirty="0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 </a:t>
            </a:r>
            <a:r>
              <a:rPr sz="1275" b="1" i="0" u="none" dirty="0" err="1">
                <a:solidFill>
                  <a:srgbClr val="F8FAF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viri</a:t>
            </a:r>
            <a:endParaRPr sz="1275" b="1" i="0" u="none" dirty="0">
              <a:solidFill>
                <a:srgbClr val="F8FAFC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8675" y="1847850"/>
            <a:ext cx="4758035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Uporaba</a:t>
            </a:r>
            <a:r>
              <a:rPr sz="2400" b="1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AI </a:t>
            </a:r>
            <a:r>
              <a:rPr sz="2400" b="1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orodij</a:t>
            </a:r>
            <a:r>
              <a:rPr sz="2400" b="1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Pomagala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idejni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zasnovi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odpravljanju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hroščev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v C#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ter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pripravi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predstavitvenega</a:t>
            </a:r>
            <a:r>
              <a:rPr sz="240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besedila</a:t>
            </a:r>
            <a:r>
              <a:rPr sz="1050" b="0" i="0" u="none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endParaRPr lang="en-US" sz="1050" b="0" i="0" u="none" dirty="0">
              <a:solidFill>
                <a:srgbClr val="CBD5E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400" b="1" dirty="0">
              <a:solidFill>
                <a:srgbClr val="CBD5E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sl-SI" sz="2400" b="1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Uporaba </a:t>
            </a:r>
            <a:r>
              <a:rPr lang="en-US" sz="2400" b="1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tujih</a:t>
            </a:r>
            <a:r>
              <a:rPr lang="en-US" sz="2400" b="1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b="1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assetov</a:t>
            </a:r>
            <a:r>
              <a:rPr lang="sl-SI" sz="2400" b="1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2400" b="1" dirty="0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b="1" dirty="0" err="1">
                <a:solidFill>
                  <a:srgbClr val="CBD5E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ModernExteriors</a:t>
            </a:r>
            <a:endParaRPr sz="2400" b="0" i="0" u="none" dirty="0">
              <a:solidFill>
                <a:srgbClr val="CBD5E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2237118"/>
            <a:ext cx="577081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200" b="1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Hvala za </a:t>
            </a:r>
            <a:r>
              <a:rPr sz="3200" b="1" i="0" u="none" dirty="0" err="1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vašo</a:t>
            </a:r>
            <a:r>
              <a:rPr sz="3200" b="1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3200" b="1" i="0" u="none" dirty="0" err="1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pozornost</a:t>
            </a:r>
            <a:r>
              <a:rPr sz="3200" b="1" i="0" u="none" dirty="0">
                <a:solidFill>
                  <a:srgbClr val="F9731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214</Words>
  <Application>Microsoft Office PowerPoint</Application>
  <PresentationFormat>Širokozaslonsko</PresentationFormat>
  <Paragraphs>46</Paragraphs>
  <Slides>8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8</vt:i4>
      </vt:variant>
    </vt:vector>
  </HeadingPairs>
  <TitlesOfParts>
    <vt:vector size="12" baseType="lpstr">
      <vt:lpstr>Cascadia Code</vt:lpstr>
      <vt:lpstr>Arial</vt:lpstr>
      <vt:lpstr>Calibri</vt:lpstr>
      <vt:lpstr>Office Theme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Era 2</cp:lastModifiedBy>
  <cp:revision>2</cp:revision>
  <dcterms:created xsi:type="dcterms:W3CDTF">2013-01-27T09:14:16Z</dcterms:created>
  <dcterms:modified xsi:type="dcterms:W3CDTF">2026-10-26T08:01:09Z</dcterms:modified>
  <cp:category/>
</cp:coreProperties>
</file>